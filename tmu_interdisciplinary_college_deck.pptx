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E938F5-2402-370E-1DF0-A90C2A9A8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6B9F82C-8814-2E7A-696C-B4B04BCF6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7668F7-7063-E4C1-BF84-AFCFEE0BD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8358-7A5A-485A-BC06-1D144FB26E71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C74462-CF6F-B73B-E2C4-41108D4F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02BBB1-15D7-DF23-8A1E-F05F3CC14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50BD-6D5E-428F-8391-6D439BD9D8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7114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B69074-8E7A-0579-0EC4-5DAD80C91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9F935E-6E45-0F82-5A34-4CDD7666B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71019E-29E0-41A6-A065-E953D8EC5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8358-7A5A-485A-BC06-1D144FB26E71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59A6F5-2E30-92A5-65D6-B95D2B0B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547E26-0FDB-CF89-C6A7-3201A6BA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50BD-6D5E-428F-8391-6D439BD9D8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99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EDEB83-8F07-D049-9083-C78AB2DE7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534339B-0A88-2CDF-335F-F0B086B64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0820E6-F7F6-A10E-9E71-3573F4307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8358-7A5A-485A-BC06-1D144FB26E71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B6C3E8-2B48-FE95-878B-09303100D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E787F1-5BAC-CBFA-DE3F-DDF228FAA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50BD-6D5E-428F-8391-6D439BD9D8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3037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8126AC-66BC-B2B9-FE9A-7C4A65232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376CE2-E067-4C30-83F0-8ACA5B964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4C75D47-D7DA-10B6-D1BE-34865B862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099F0AF-2C34-FC29-F17E-066FC48A8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8358-7A5A-485A-BC06-1D144FB26E71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9EE809D-0B09-F92E-9A42-F02E9B12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5CCA30-4060-7E63-6B08-8DE88E8C9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50BD-6D5E-428F-8391-6D439BD9D8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3233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192F87-EEA2-D138-0987-97E549004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0CB193-29A8-C9F6-E966-E13F82826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85201EC-0AE2-96F1-B6CD-D1D4B342F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B951A58-0261-DC79-8004-CAF50421B8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2C5CF53-F6DD-C840-F8A0-79CA0597B0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15F189B-E500-BF28-747B-80899BD76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8358-7A5A-485A-BC06-1D144FB26E71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5699DF0-020F-922E-EBFE-42A702F90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E29770B-B19D-FB82-8AA8-184A4D75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50BD-6D5E-428F-8391-6D439BD9D8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73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B0EFB1-BA9E-DCFD-F616-2990D7838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5E0A07E-1090-E286-F413-BAABB929C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8358-7A5A-485A-BC06-1D144FB26E71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D47A9AF-8D5B-A0D9-15AF-16736D287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C6E69A-D5FC-7749-26DB-A1616DC1C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50BD-6D5E-428F-8391-6D439BD9D8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5973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B834A2F-EC08-7522-C583-E0B413D6A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8358-7A5A-485A-BC06-1D144FB26E71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CDB33AF-16C1-68E4-2A3D-AD6368ADE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C2F36E-1D84-6484-7FF1-F27550485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50BD-6D5E-428F-8391-6D439BD9D8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2777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949AED-2BE5-F3C9-4451-7378C8E16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A49425-6644-B496-3112-B8EC74E75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5BAF18C-D159-9B8A-291C-D687E1367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A584364-4F0B-C944-7ABC-8DED089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8358-7A5A-485A-BC06-1D144FB26E71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A886E94-DD5F-ACCD-815E-C102120ED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E9E2AE8-64BD-A495-0D2A-A21B60CF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50BD-6D5E-428F-8391-6D439BD9D8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3247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8B3E2A-4418-22B0-FD9F-6910178F3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58B1BAB-0C90-3D9D-5333-3164370DE6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3D418FB-5055-DCDA-0C5F-65FFD0375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6BDDE39-F68B-F451-BAD8-EF3E2FD90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8358-7A5A-485A-BC06-1D144FB26E71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67087B-0699-E996-B4B4-29A94448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C91987A-7EA4-FF7E-99F4-DFCF4F35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50BD-6D5E-428F-8391-6D439BD9D8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6261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0EDB61-40E5-F3B6-0524-B2E0A1767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CCD861D-345E-D215-2A0D-258D650DB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856234-5812-20AE-933B-57DA9B5EA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8358-7A5A-485A-BC06-1D144FB26E71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7D5E7BD-DC73-2202-A076-8F5F0C53C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A75C25-E7FD-AB6A-F449-E3CF9A4C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50BD-6D5E-428F-8391-6D439BD9D8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997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B9C38B8-605F-9192-A76E-3FD6B4944E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DD5854F-D0A2-8179-2B7F-4A9CF477C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D5CA05-7CAD-6853-DCD0-BA25E2203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8358-7A5A-485A-BC06-1D144FB26E71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14D447-1757-EAD7-BA79-07E112DF3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7A8118-967D-0F64-2131-5520DB1B3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50BD-6D5E-428F-8391-6D439BD9D8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9429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ADC942-8E0D-3204-D7AC-1B00E2711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E5F747-7C42-5CC9-A3CF-D671FBCC9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0DE44B0-D483-AC11-885A-D619B674E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8358-7A5A-485A-BC06-1D144FB26E71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049266-2988-3DBB-246E-1A029CA05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F2F848F-46A7-E360-B6C1-58E62E623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150BD-6D5E-428F-8391-6D439BD9D8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7280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61E7AC9-D141-2E31-979C-46542A077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9E4DDD-45E0-696B-1E17-AC97078C2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0318B7A-28EB-92EB-C82D-1382F25581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9D8358-7A5A-485A-BC06-1D144FB26E71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3B31967-02C4-F199-0EA3-B5BD702F0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DA1189-9F36-3F0B-327B-5C7C2A8EA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C150BD-6D5E-428F-8391-6D439BD9D88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942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857ECD-0BEA-5883-CB3F-2C8C15C4B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台北醫學大學跨領域學院</a:t>
            </a:r>
          </a:p>
        </p:txBody>
      </p:sp>
    </p:spTree>
    <p:extLst>
      <p:ext uri="{BB962C8B-B14F-4D97-AF65-F5344CB8AC3E}">
        <p14:creationId xmlns:p14="http://schemas.microsoft.com/office/powerpoint/2010/main" val="2555639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BD0F46-017E-0ED1-CF70-A58018399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我們不是單一課程單位，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FBB286-4C2D-0B7F-B316-183AD9FFD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TW" altLang="en-US" sz="2400"/>
              <a:t>而是跨域合作平台</a:t>
            </a:r>
          </a:p>
        </p:txBody>
      </p:sp>
    </p:spTree>
    <p:extLst>
      <p:ext uri="{BB962C8B-B14F-4D97-AF65-F5344CB8AC3E}">
        <p14:creationId xmlns:p14="http://schemas.microsoft.com/office/powerpoint/2010/main" val="1117144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47193B-CC94-E803-6804-469E44FE5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合作入口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8D4DD7D-553A-5026-5807-0B3C3B615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醫療、科技、創新與跨域實作</a:t>
            </a:r>
          </a:p>
        </p:txBody>
      </p:sp>
    </p:spTree>
    <p:extLst>
      <p:ext uri="{BB962C8B-B14F-4D97-AF65-F5344CB8AC3E}">
        <p14:creationId xmlns:p14="http://schemas.microsoft.com/office/powerpoint/2010/main" val="2477420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寬螢幕</PresentationFormat>
  <Paragraphs>5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佈景主題</vt:lpstr>
      <vt:lpstr>台北醫學大學跨領域學院</vt:lpstr>
      <vt:lpstr>我們不是單一課程單位，</vt:lpstr>
      <vt:lpstr>合作入口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眉茵院秘書 王</dc:creator>
  <cp:lastModifiedBy>眉茵院秘書 王</cp:lastModifiedBy>
  <cp:revision>1</cp:revision>
  <dcterms:created xsi:type="dcterms:W3CDTF">2026-07-02T02:22:47Z</dcterms:created>
  <dcterms:modified xsi:type="dcterms:W3CDTF">2026-07-02T02:22:47Z</dcterms:modified>
</cp:coreProperties>
</file>